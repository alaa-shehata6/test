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$B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7.8</c:v>
                </c:pt>
                <c:pt idx="2">
                  <c:v>14.5</c:v>
                </c:pt>
                <c:pt idx="3">
                  <c:v>24.0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ACME  •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Calibri"/>
              </a:defRPr>
            </a:pPr>
            <a:r>
              <a:t>Build decks that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close deals.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 professional pitch system — strategy, design &amp; storytelling in 10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Confidential  •  Presented by Your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822960"/>
            <a:ext cx="3017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+240% 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340+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2976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98%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01 —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 tight 10-minute narrative.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The costly pain we 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520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Our product &amp;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520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Size &amp;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520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Proof &amp;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520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Roadmap &amp; partnership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02 —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Teams waste hours on ugly decks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Bad slides kill good ideas.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880360"/>
            <a:ext cx="201168" cy="20116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40% of workweek spent on formatting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977640"/>
            <a:ext cx="201168" cy="20116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Inconsistent branding erodes trust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5074920"/>
            <a:ext cx="201168" cy="20116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Generic templates look amateur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03 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One system: content + design +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✓  Professional 16:9 master</a:t>
            </a:r>
            <a:br/>
            <a:r>
              <a:t>✓  Cobalt / Navy / Emerald system</a:t>
            </a:r>
            <a:br/>
            <a:r>
              <a:t>✓  Anthropic pptx + Slidev + HTML skills</a:t>
            </a:r>
            <a:br/>
            <a:r>
              <a:t>✓  Editable charts, tables &amp; icons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2651760"/>
            <a:ext cx="4846320" cy="3108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WHY IT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4747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Designer-quality in minutes.</a:t>
            </a:r>
            <a:br/>
            <a:r>
              <a:t>Consistent. On-brand. Editable.</a:t>
            </a:r>
            <a:br/>
            <a:r>
              <a:t>No design skills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04 —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Timing is perfect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AI-assisted decks grew 3× since 2024.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651760"/>
          <a:ext cx="68580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265176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TAM  $24B</a:t>
            </a:r>
            <a:br/>
            <a:r>
              <a:t>SAM  $8B</a:t>
            </a:r>
            <a:br/>
            <a:r>
              <a:t>SOM  $1.2B</a:t>
            </a:r>
            <a:br/>
            <a:br/>
            <a:r>
              <a:t>Bottom-up from 340k teams × $70/mo.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05 —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Everything you need to present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30+ HTML + PPTX masters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Brand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154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Colors, fonts, logos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Native editable visuals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800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PPTX • PDF • 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06 —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Proof, not promises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65176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$4.8M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340+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07 —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Where we're headed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08960"/>
            <a:ext cx="219456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Launch v2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3108960"/>
            <a:ext cx="219456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108960"/>
            <a:ext cx="219456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AI themes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3108960"/>
            <a:ext cx="219456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429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08 —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Operators + designers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A. Rivera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CEO — ex-Stripe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J. 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Design — ex-Airbnb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S. Patel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Eng — ex-Notion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M. Zhao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GTM — ex-Figma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09 —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Let's build the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for professional decks.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8404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Raising $2M  •  hello@acme.com  •  acme.com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4754880"/>
            <a:ext cx="192024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4800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